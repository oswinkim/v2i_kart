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FF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>
      <p:cViewPr>
        <p:scale>
          <a:sx n="75" d="100"/>
          <a:sy n="75" d="100"/>
        </p:scale>
        <p:origin x="1412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48451A-D3B1-43DA-B00A-F0CE8219BD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9257D12-7E87-4652-8CEE-EE0E025E29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A04E8E-10F3-477A-B556-223A6A71C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EC363-FF66-40C9-8F9C-592369BD17F3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A473963-EEBD-4DBA-95EF-5E4B0DBA8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3BB533-8502-4295-9915-347AC5D86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3EB1-AA46-4EC1-858F-80FD5936B1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8803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A80F89-2C9B-4F9A-B9DB-EBDE84727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2514BFC-FB99-45B5-B279-63C496C83C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D68B0B-E635-43BA-8618-AA3C11A18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EC363-FF66-40C9-8F9C-592369BD17F3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57BF96-A74A-46C5-AA66-EB1B13BE1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8AB10D-6D85-4386-AFD6-16AE821D3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3EB1-AA46-4EC1-858F-80FD5936B1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4244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4974CA-50AC-4A69-9DAD-D448BBB9A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902582F-1F63-4801-82E5-E1E5E9A031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2A9348-CB8D-412A-8E4B-4767C5F03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EC363-FF66-40C9-8F9C-592369BD17F3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C60D7E-BE3A-46D2-8D7B-B6A985E31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888C7A-64F6-412A-AA52-9CC471B23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3EB1-AA46-4EC1-858F-80FD5936B1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264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8FD71E-F956-4F48-9DF1-A863864E8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CA21A8-CDDA-4C3F-893F-129C9BA939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6F2D9EA-B9D1-46CC-B14B-EF18AED915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500FBB4-496F-48F8-B416-2924C017C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EC363-FF66-40C9-8F9C-592369BD17F3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242DA88-5E3C-43F1-A635-9AE83F82C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F339F3E-4CDE-40FF-9B00-DA43160B7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3EB1-AA46-4EC1-858F-80FD5936B1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7671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84157C-92E0-46E3-B98F-2114749F1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642609E-372F-476E-AE5B-6B9D6D1DC2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065C328-7DC8-491C-B512-41CA5AA328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02628F6-63D6-4A54-A922-3982DB764B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A8A583-3774-4466-8D42-C27A95F8FE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0C6FFD2-0B9C-4991-A1DE-ABBD5BD58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EC363-FF66-40C9-8F9C-592369BD17F3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672F54D-4693-44A5-937C-86C8D54DB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F83D4C-BC48-494E-AA9A-82D8B7526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3EB1-AA46-4EC1-858F-80FD5936B1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0693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F7B297-B5CF-462E-B5DB-81831BBB1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C74A48E-1D05-40B4-8962-A7CA62EA4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EC363-FF66-40C9-8F9C-592369BD17F3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3BAF986-327D-4437-A23E-BA0D1F96B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A9A09DD-1254-4DAC-91C6-079F365F6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3EB1-AA46-4EC1-858F-80FD5936B1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687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1F01CA7-A013-494A-923D-93AC08C24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EC363-FF66-40C9-8F9C-592369BD17F3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3E4CF30-E39A-4F61-9B10-1687E376B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13F034F-1F1D-42E7-BC8A-E4FB0D11D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3EB1-AA46-4EC1-858F-80FD5936B1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4653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42F4ED-6875-491D-AC56-A4D968687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451FA6-F35A-46C4-A39D-D9D6E3352E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A95992B-9D0E-4679-A8AA-E617B6C85E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2F70104-66EA-4F98-BA12-00DEEF31C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EC363-FF66-40C9-8F9C-592369BD17F3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C5438D4-BFEC-466E-8E72-8FDE95653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6B70649-1198-4586-8FEB-782A503FC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3EB1-AA46-4EC1-858F-80FD5936B1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431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E97708-6217-452E-B56B-C535F6A99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372AF70-69BF-42E2-9517-627C7D387E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F07CB67-4B4E-404D-BE2F-EEC44D254D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FB0877A-4FBE-4273-83CD-F694B00E9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EC363-FF66-40C9-8F9C-592369BD17F3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69147A6-43CF-4351-A62C-91B189A1E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96E7425-FD21-4D23-9CC3-A013FBC94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3EB1-AA46-4EC1-858F-80FD5936B1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1105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1F3343-9623-44F7-B3E4-DA7A8C0B2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0A2E115-BCEF-4A61-83CE-6F09673079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AC22FD-BDA2-4211-B677-A643C6F7D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EC363-FF66-40C9-8F9C-592369BD17F3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A5B808-EB2F-4811-A2FE-A0D2E76DB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97E10C-560F-41B9-AB5C-8BC930511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3EB1-AA46-4EC1-858F-80FD5936B1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9260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2F3756C-2C32-4441-97D1-DECBC0F641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3905676-85DC-42C9-8AA4-66CFCFCB47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A314DE-A31E-42B8-9ABD-9C928FB56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EC363-FF66-40C9-8F9C-592369BD17F3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61A3E78-F12F-4F35-B99B-9D2B2D1E1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53029F-AD8E-482D-9952-4DB9A1C0C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3EB1-AA46-4EC1-858F-80FD5936B1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7080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A2447A2-6173-40CF-98B1-B43BE8306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C7E7C02-0581-4F22-93C5-0997B10727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323468-B000-4A63-BF13-0AFF913BD3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4EC363-FF66-40C9-8F9C-592369BD17F3}" type="datetimeFigureOut">
              <a:rPr lang="ko-KR" altLang="en-US" smtClean="0"/>
              <a:t>2025-09-03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2EB78B-BF69-4BD0-8DE6-DD79B1614B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FE60D1-D755-499B-BC11-A841AAEC30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3EB1-AA46-4EC1-858F-80FD5936B1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8571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>
            <a:extLst>
              <a:ext uri="{FF2B5EF4-FFF2-40B4-BE49-F238E27FC236}">
                <a16:creationId xmlns:a16="http://schemas.microsoft.com/office/drawing/2014/main" id="{3ED57769-3E99-4FA6-93ED-82F9246A337D}"/>
              </a:ext>
            </a:extLst>
          </p:cNvPr>
          <p:cNvGrpSpPr/>
          <p:nvPr/>
        </p:nvGrpSpPr>
        <p:grpSpPr>
          <a:xfrm>
            <a:off x="0" y="0"/>
            <a:ext cx="12192000" cy="6876186"/>
            <a:chOff x="2565392" y="0"/>
            <a:chExt cx="6400808" cy="6876186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90F6E198-86FA-4DA0-AEE1-4A41B941145B}"/>
                </a:ext>
              </a:extLst>
            </p:cNvPr>
            <p:cNvSpPr/>
            <p:nvPr/>
          </p:nvSpPr>
          <p:spPr>
            <a:xfrm>
              <a:off x="2573867" y="3240"/>
              <a:ext cx="1870585" cy="6858000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9BFB1BA8-86DB-4C69-B35E-F5CAE53AD171}"/>
                </a:ext>
              </a:extLst>
            </p:cNvPr>
            <p:cNvSpPr/>
            <p:nvPr/>
          </p:nvSpPr>
          <p:spPr>
            <a:xfrm>
              <a:off x="4146499" y="0"/>
              <a:ext cx="1870585" cy="6858000"/>
            </a:xfrm>
            <a:prstGeom prst="rect">
              <a:avLst/>
            </a:prstGeom>
            <a:solidFill>
              <a:srgbClr val="01FFE7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B25BD660-3756-49C6-9AA5-34AB80E3F547}"/>
                </a:ext>
              </a:extLst>
            </p:cNvPr>
            <p:cNvSpPr/>
            <p:nvPr/>
          </p:nvSpPr>
          <p:spPr>
            <a:xfrm>
              <a:off x="5494875" y="8468"/>
              <a:ext cx="1870585" cy="685800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01F0F332-E584-4B50-ACF0-9A28A1791D63}"/>
                </a:ext>
              </a:extLst>
            </p:cNvPr>
            <p:cNvSpPr/>
            <p:nvPr/>
          </p:nvSpPr>
          <p:spPr>
            <a:xfrm>
              <a:off x="7067507" y="8468"/>
              <a:ext cx="1870585" cy="68580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8BCE74E-7779-453C-B5B8-DE904DB52320}"/>
                </a:ext>
              </a:extLst>
            </p:cNvPr>
            <p:cNvSpPr/>
            <p:nvPr/>
          </p:nvSpPr>
          <p:spPr>
            <a:xfrm>
              <a:off x="2565392" y="3223811"/>
              <a:ext cx="1870585" cy="3647147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44DB82A9-00C5-4885-9EE2-3BC6B701BD52}"/>
                </a:ext>
              </a:extLst>
            </p:cNvPr>
            <p:cNvSpPr/>
            <p:nvPr/>
          </p:nvSpPr>
          <p:spPr>
            <a:xfrm>
              <a:off x="4174607" y="3217332"/>
              <a:ext cx="1870585" cy="3647147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C47D5554-3301-4CEE-A14A-9D4097FA052C}"/>
                </a:ext>
              </a:extLst>
            </p:cNvPr>
            <p:cNvSpPr/>
            <p:nvPr/>
          </p:nvSpPr>
          <p:spPr>
            <a:xfrm>
              <a:off x="5522983" y="3229039"/>
              <a:ext cx="1870585" cy="3647147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4784D25E-1FE8-4614-BFA6-1A8A204F178B}"/>
                </a:ext>
              </a:extLst>
            </p:cNvPr>
            <p:cNvSpPr/>
            <p:nvPr/>
          </p:nvSpPr>
          <p:spPr>
            <a:xfrm>
              <a:off x="7095615" y="3225800"/>
              <a:ext cx="1870585" cy="3647147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173169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80DFF670-5DC0-4418-A2C8-025292DB21FD}"/>
              </a:ext>
            </a:extLst>
          </p:cNvPr>
          <p:cNvSpPr/>
          <p:nvPr/>
        </p:nvSpPr>
        <p:spPr>
          <a:xfrm>
            <a:off x="1168400" y="643467"/>
            <a:ext cx="211667" cy="582506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87B0253-06C4-4B09-93CA-F8584D565801}"/>
              </a:ext>
            </a:extLst>
          </p:cNvPr>
          <p:cNvSpPr/>
          <p:nvPr/>
        </p:nvSpPr>
        <p:spPr>
          <a:xfrm>
            <a:off x="9872133" y="643467"/>
            <a:ext cx="211667" cy="582506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6D6435A-D6D1-4FD5-BC12-AE7B5D4FA6AB}"/>
              </a:ext>
            </a:extLst>
          </p:cNvPr>
          <p:cNvSpPr/>
          <p:nvPr/>
        </p:nvSpPr>
        <p:spPr>
          <a:xfrm>
            <a:off x="-5" y="3115733"/>
            <a:ext cx="10083805" cy="2032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D4C1C7D-DDEC-4350-88F2-EA38ED642E4D}"/>
              </a:ext>
            </a:extLst>
          </p:cNvPr>
          <p:cNvSpPr/>
          <p:nvPr/>
        </p:nvSpPr>
        <p:spPr>
          <a:xfrm>
            <a:off x="5384813" y="668866"/>
            <a:ext cx="211667" cy="582506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9101C80-F01D-4456-B68B-4484B9AE286E}"/>
              </a:ext>
            </a:extLst>
          </p:cNvPr>
          <p:cNvSpPr/>
          <p:nvPr/>
        </p:nvSpPr>
        <p:spPr>
          <a:xfrm>
            <a:off x="3141141" y="685798"/>
            <a:ext cx="211667" cy="582506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9F25969-B07E-4656-AB2C-59A65226DEAD}"/>
              </a:ext>
            </a:extLst>
          </p:cNvPr>
          <p:cNvSpPr/>
          <p:nvPr/>
        </p:nvSpPr>
        <p:spPr>
          <a:xfrm>
            <a:off x="7603086" y="694266"/>
            <a:ext cx="211667" cy="582506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FA3D06-CB7E-4D89-B86B-FE33F07FABC5}"/>
              </a:ext>
            </a:extLst>
          </p:cNvPr>
          <p:cNvSpPr txBox="1"/>
          <p:nvPr/>
        </p:nvSpPr>
        <p:spPr>
          <a:xfrm>
            <a:off x="1032935" y="6468533"/>
            <a:ext cx="474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0</a:t>
            </a:r>
            <a:endParaRPr lang="ko-KR" altLang="en-US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A9D2BA-90F4-4FFF-A8CB-875DAF1136C2}"/>
              </a:ext>
            </a:extLst>
          </p:cNvPr>
          <p:cNvSpPr txBox="1"/>
          <p:nvPr/>
        </p:nvSpPr>
        <p:spPr>
          <a:xfrm>
            <a:off x="2912541" y="6483865"/>
            <a:ext cx="685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5cm</a:t>
            </a:r>
            <a:endParaRPr lang="ko-KR" altLang="en-US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29128B-1C4B-452C-9D7D-734D223AF216}"/>
              </a:ext>
            </a:extLst>
          </p:cNvPr>
          <p:cNvSpPr txBox="1"/>
          <p:nvPr/>
        </p:nvSpPr>
        <p:spPr>
          <a:xfrm>
            <a:off x="5109677" y="6468533"/>
            <a:ext cx="783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10cm</a:t>
            </a:r>
            <a:endParaRPr lang="ko-KR" altLang="en-US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0E497A-8EB4-4F04-B208-D3A4510E6271}"/>
              </a:ext>
            </a:extLst>
          </p:cNvPr>
          <p:cNvSpPr txBox="1"/>
          <p:nvPr/>
        </p:nvSpPr>
        <p:spPr>
          <a:xfrm>
            <a:off x="7317357" y="6483865"/>
            <a:ext cx="783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15cm</a:t>
            </a:r>
            <a:endParaRPr lang="ko-KR" altLang="en-US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014B7B-A074-4C22-96E8-A52F40E9DB7B}"/>
              </a:ext>
            </a:extLst>
          </p:cNvPr>
          <p:cNvSpPr txBox="1"/>
          <p:nvPr/>
        </p:nvSpPr>
        <p:spPr>
          <a:xfrm>
            <a:off x="9556784" y="6465331"/>
            <a:ext cx="783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20cm</a:t>
            </a:r>
            <a:endParaRPr lang="ko-KR" altLang="en-US" b="1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A205921-12B3-484C-9106-93B7FAB7DFBB}"/>
              </a:ext>
            </a:extLst>
          </p:cNvPr>
          <p:cNvSpPr/>
          <p:nvPr/>
        </p:nvSpPr>
        <p:spPr>
          <a:xfrm>
            <a:off x="10083800" y="-374135"/>
            <a:ext cx="2386519" cy="3583002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F9184A4-0977-4299-AE83-9ECFB6BEFB69}"/>
              </a:ext>
            </a:extLst>
          </p:cNvPr>
          <p:cNvSpPr/>
          <p:nvPr/>
        </p:nvSpPr>
        <p:spPr>
          <a:xfrm>
            <a:off x="7772319" y="-313267"/>
            <a:ext cx="2099814" cy="34290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F382872-FB81-4BBB-BB49-EF56947B1D93}"/>
              </a:ext>
            </a:extLst>
          </p:cNvPr>
          <p:cNvSpPr/>
          <p:nvPr/>
        </p:nvSpPr>
        <p:spPr>
          <a:xfrm>
            <a:off x="7862058" y="3318933"/>
            <a:ext cx="1962770" cy="228923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5F42F14-B39D-4B50-B751-FF6A8868213B}"/>
              </a:ext>
            </a:extLst>
          </p:cNvPr>
          <p:cNvSpPr/>
          <p:nvPr/>
        </p:nvSpPr>
        <p:spPr>
          <a:xfrm>
            <a:off x="5528647" y="567266"/>
            <a:ext cx="2108200" cy="254846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573AF02-22BC-4B2E-AFAD-63DD72493E82}"/>
              </a:ext>
            </a:extLst>
          </p:cNvPr>
          <p:cNvSpPr/>
          <p:nvPr/>
        </p:nvSpPr>
        <p:spPr>
          <a:xfrm>
            <a:off x="10083800" y="3186705"/>
            <a:ext cx="2141364" cy="257909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CFCC299-D7E5-4616-AC63-35E8F68508E1}"/>
              </a:ext>
            </a:extLst>
          </p:cNvPr>
          <p:cNvSpPr/>
          <p:nvPr/>
        </p:nvSpPr>
        <p:spPr>
          <a:xfrm>
            <a:off x="5633459" y="3318933"/>
            <a:ext cx="1839440" cy="2638360"/>
          </a:xfrm>
          <a:prstGeom prst="rect">
            <a:avLst/>
          </a:prstGeom>
          <a:solidFill>
            <a:srgbClr val="01FFE7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954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5</Words>
  <Application>Microsoft Office PowerPoint</Application>
  <PresentationFormat>와이드스크린</PresentationFormat>
  <Paragraphs>5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3</cp:revision>
  <dcterms:created xsi:type="dcterms:W3CDTF">2025-09-03T05:57:17Z</dcterms:created>
  <dcterms:modified xsi:type="dcterms:W3CDTF">2025-09-03T06:13:19Z</dcterms:modified>
</cp:coreProperties>
</file>